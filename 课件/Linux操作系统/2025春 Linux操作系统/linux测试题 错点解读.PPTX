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8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643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011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597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55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8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23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54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061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520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842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41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EF88E93-8BA8-4A73-B0EA-450974BA6BDE}" type="datetimeFigureOut">
              <a:rPr lang="zh-CN" altLang="en-US" smtClean="0"/>
              <a:t>2025/4/27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D268CA2-8950-4C39-BDEB-9EC8562016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01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操作系统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——</a:t>
            </a:r>
            <a:r>
              <a:rPr lang="zh-CN" altLang="en-US" dirty="0" smtClean="0"/>
              <a:t>（第</a:t>
            </a:r>
            <a:r>
              <a:rPr lang="en-US" altLang="zh-CN" dirty="0" smtClean="0"/>
              <a:t>10</a:t>
            </a:r>
            <a:r>
              <a:rPr lang="zh-CN" altLang="en-US" dirty="0" smtClean="0"/>
              <a:t>周）测试题目解读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0899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13" y="819014"/>
            <a:ext cx="8487112" cy="342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7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81" y="847559"/>
            <a:ext cx="8296276" cy="361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95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42" y="961868"/>
            <a:ext cx="8186448" cy="35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00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61" y="537993"/>
            <a:ext cx="8884639" cy="385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1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59" y="638009"/>
            <a:ext cx="8773081" cy="445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53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90" y="776121"/>
            <a:ext cx="7448835" cy="433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59" y="1090452"/>
            <a:ext cx="8911541" cy="244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95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74" y="771362"/>
            <a:ext cx="7823708" cy="38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5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82" y="828473"/>
            <a:ext cx="7582193" cy="432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2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65" y="899953"/>
            <a:ext cx="6363010" cy="326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99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06" y="728495"/>
            <a:ext cx="7267844" cy="451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78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21" y="885665"/>
            <a:ext cx="7638758" cy="402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34" y="704684"/>
            <a:ext cx="7689435" cy="41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99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19" y="795170"/>
            <a:ext cx="8649181" cy="437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270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包裹</Template>
  <TotalTime>34</TotalTime>
  <Words>10</Words>
  <Application>Microsoft Office PowerPoint</Application>
  <PresentationFormat>全屏显示(4:3)</PresentationFormat>
  <Paragraphs>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华文中宋</vt:lpstr>
      <vt:lpstr>Arial</vt:lpstr>
      <vt:lpstr>Gill Sans MT</vt:lpstr>
      <vt:lpstr>Parcel</vt:lpstr>
      <vt:lpstr>Linux操作系统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Hewlett-Packard Company</dc:creator>
  <cp:lastModifiedBy>Hewlett-Packard Company</cp:lastModifiedBy>
  <cp:revision>16</cp:revision>
  <dcterms:created xsi:type="dcterms:W3CDTF">2025-04-27T10:34:50Z</dcterms:created>
  <dcterms:modified xsi:type="dcterms:W3CDTF">2025-04-27T11:09:06Z</dcterms:modified>
</cp:coreProperties>
</file>